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2286000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90"/>
    <p:restoredTop sz="94628"/>
  </p:normalViewPr>
  <p:slideViewPr>
    <p:cSldViewPr snapToGrid="0">
      <p:cViewPr>
        <p:scale>
          <a:sx n="95" d="100"/>
          <a:sy n="95" d="100"/>
        </p:scale>
        <p:origin x="1968" y="1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" y="374121"/>
            <a:ext cx="1943100" cy="795867"/>
          </a:xfrm>
        </p:spPr>
        <p:txBody>
          <a:bodyPr anchor="b"/>
          <a:lstStyle>
            <a:lvl1pPr algn="ctr"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" y="1200679"/>
            <a:ext cx="1714500" cy="551921"/>
          </a:xfrm>
        </p:spPr>
        <p:txBody>
          <a:bodyPr/>
          <a:lstStyle>
            <a:lvl1pPr marL="0" indent="0" algn="ctr">
              <a:buNone/>
              <a:defRPr sz="600"/>
            </a:lvl1pPr>
            <a:lvl2pPr marL="114300" indent="0" algn="ctr">
              <a:buNone/>
              <a:defRPr sz="500"/>
            </a:lvl2pPr>
            <a:lvl3pPr marL="228600" indent="0" algn="ctr">
              <a:buNone/>
              <a:defRPr sz="450"/>
            </a:lvl3pPr>
            <a:lvl4pPr marL="342900" indent="0" algn="ctr">
              <a:buNone/>
              <a:defRPr sz="400"/>
            </a:lvl4pPr>
            <a:lvl5pPr marL="457200" indent="0" algn="ctr">
              <a:buNone/>
              <a:defRPr sz="400"/>
            </a:lvl5pPr>
            <a:lvl6pPr marL="571500" indent="0" algn="ctr">
              <a:buNone/>
              <a:defRPr sz="400"/>
            </a:lvl6pPr>
            <a:lvl7pPr marL="685800" indent="0" algn="ctr">
              <a:buNone/>
              <a:defRPr sz="400"/>
            </a:lvl7pPr>
            <a:lvl8pPr marL="800100" indent="0" algn="ctr">
              <a:buNone/>
              <a:defRPr sz="400"/>
            </a:lvl8pPr>
            <a:lvl9pPr marL="914400" indent="0" algn="ctr">
              <a:buNone/>
              <a:defRPr sz="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5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783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2" y="569913"/>
            <a:ext cx="1971675" cy="950912"/>
          </a:xfrm>
        </p:spPr>
        <p:txBody>
          <a:bodyPr anchor="b"/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2" y="1529822"/>
            <a:ext cx="1971675" cy="500062"/>
          </a:xfrm>
        </p:spPr>
        <p:txBody>
          <a:bodyPr/>
          <a:lstStyle>
            <a:lvl1pPr marL="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1pPr>
            <a:lvl2pPr marL="114300" indent="0">
              <a:buNone/>
              <a:defRPr sz="500">
                <a:solidFill>
                  <a:schemeClr val="tx1">
                    <a:tint val="82000"/>
                  </a:schemeClr>
                </a:solidFill>
              </a:defRPr>
            </a:lvl2pPr>
            <a:lvl3pPr marL="228600" indent="0">
              <a:buNone/>
              <a:defRPr sz="450">
                <a:solidFill>
                  <a:schemeClr val="tx1">
                    <a:tint val="82000"/>
                  </a:schemeClr>
                </a:solidFill>
              </a:defRPr>
            </a:lvl3pPr>
            <a:lvl4pPr marL="342900" indent="0">
              <a:buNone/>
              <a:defRPr sz="400">
                <a:solidFill>
                  <a:schemeClr val="tx1">
                    <a:tint val="82000"/>
                  </a:schemeClr>
                </a:solidFill>
              </a:defRPr>
            </a:lvl4pPr>
            <a:lvl5pPr marL="457200" indent="0">
              <a:buNone/>
              <a:defRPr sz="400">
                <a:solidFill>
                  <a:schemeClr val="tx1">
                    <a:tint val="82000"/>
                  </a:schemeClr>
                </a:solidFill>
              </a:defRPr>
            </a:lvl5pPr>
            <a:lvl6pPr marL="571500" indent="0">
              <a:buNone/>
              <a:defRPr sz="400">
                <a:solidFill>
                  <a:schemeClr val="tx1">
                    <a:tint val="82000"/>
                  </a:schemeClr>
                </a:solidFill>
              </a:defRPr>
            </a:lvl6pPr>
            <a:lvl7pPr marL="685800" indent="0">
              <a:buNone/>
              <a:defRPr sz="400">
                <a:solidFill>
                  <a:schemeClr val="tx1">
                    <a:tint val="82000"/>
                  </a:schemeClr>
                </a:solidFill>
              </a:defRPr>
            </a:lvl7pPr>
            <a:lvl8pPr marL="800100" indent="0">
              <a:buNone/>
              <a:defRPr sz="400">
                <a:solidFill>
                  <a:schemeClr val="tx1">
                    <a:tint val="82000"/>
                  </a:schemeClr>
                </a:solidFill>
              </a:defRPr>
            </a:lvl8pPr>
            <a:lvl9pPr marL="914400" indent="0">
              <a:buNone/>
              <a:defRPr sz="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102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3" y="608542"/>
            <a:ext cx="97155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8" y="608542"/>
            <a:ext cx="97155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03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" y="121709"/>
            <a:ext cx="1971675" cy="4418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1" y="560388"/>
            <a:ext cx="967085" cy="274637"/>
          </a:xfrm>
        </p:spPr>
        <p:txBody>
          <a:bodyPr anchor="b"/>
          <a:lstStyle>
            <a:lvl1pPr marL="0" indent="0">
              <a:buNone/>
              <a:defRPr sz="600" b="1"/>
            </a:lvl1pPr>
            <a:lvl2pPr marL="114300" indent="0">
              <a:buNone/>
              <a:defRPr sz="500" b="1"/>
            </a:lvl2pPr>
            <a:lvl3pPr marL="228600" indent="0">
              <a:buNone/>
              <a:defRPr sz="450" b="1"/>
            </a:lvl3pPr>
            <a:lvl4pPr marL="342900" indent="0">
              <a:buNone/>
              <a:defRPr sz="400" b="1"/>
            </a:lvl4pPr>
            <a:lvl5pPr marL="457200" indent="0">
              <a:buNone/>
              <a:defRPr sz="400" b="1"/>
            </a:lvl5pPr>
            <a:lvl6pPr marL="571500" indent="0">
              <a:buNone/>
              <a:defRPr sz="400" b="1"/>
            </a:lvl6pPr>
            <a:lvl7pPr marL="685800" indent="0">
              <a:buNone/>
              <a:defRPr sz="400" b="1"/>
            </a:lvl7pPr>
            <a:lvl8pPr marL="800100" indent="0">
              <a:buNone/>
              <a:defRPr sz="400" b="1"/>
            </a:lvl8pPr>
            <a:lvl9pPr marL="914400" indent="0">
              <a:buNone/>
              <a:defRPr sz="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1" y="835025"/>
            <a:ext cx="967085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8" y="560388"/>
            <a:ext cx="971848" cy="274637"/>
          </a:xfrm>
        </p:spPr>
        <p:txBody>
          <a:bodyPr anchor="b"/>
          <a:lstStyle>
            <a:lvl1pPr marL="0" indent="0">
              <a:buNone/>
              <a:defRPr sz="600" b="1"/>
            </a:lvl1pPr>
            <a:lvl2pPr marL="114300" indent="0">
              <a:buNone/>
              <a:defRPr sz="500" b="1"/>
            </a:lvl2pPr>
            <a:lvl3pPr marL="228600" indent="0">
              <a:buNone/>
              <a:defRPr sz="450" b="1"/>
            </a:lvl3pPr>
            <a:lvl4pPr marL="342900" indent="0">
              <a:buNone/>
              <a:defRPr sz="400" b="1"/>
            </a:lvl4pPr>
            <a:lvl5pPr marL="457200" indent="0">
              <a:buNone/>
              <a:defRPr sz="400" b="1"/>
            </a:lvl5pPr>
            <a:lvl6pPr marL="571500" indent="0">
              <a:buNone/>
              <a:defRPr sz="400" b="1"/>
            </a:lvl6pPr>
            <a:lvl7pPr marL="685800" indent="0">
              <a:buNone/>
              <a:defRPr sz="400" b="1"/>
            </a:lvl7pPr>
            <a:lvl8pPr marL="800100" indent="0">
              <a:buNone/>
              <a:defRPr sz="400" b="1"/>
            </a:lvl8pPr>
            <a:lvl9pPr marL="914400" indent="0">
              <a:buNone/>
              <a:defRPr sz="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8" y="835025"/>
            <a:ext cx="971848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07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806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38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" y="152400"/>
            <a:ext cx="737295" cy="533400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" y="329142"/>
            <a:ext cx="1157288" cy="1624542"/>
          </a:xfrm>
        </p:spPr>
        <p:txBody>
          <a:bodyPr/>
          <a:lstStyle>
            <a:lvl1pPr>
              <a:defRPr sz="800"/>
            </a:lvl1pPr>
            <a:lvl2pPr>
              <a:defRPr sz="700"/>
            </a:lvl2pPr>
            <a:lvl3pPr>
              <a:defRPr sz="60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" y="685800"/>
            <a:ext cx="737295" cy="1270529"/>
          </a:xfrm>
        </p:spPr>
        <p:txBody>
          <a:bodyPr/>
          <a:lstStyle>
            <a:lvl1pPr marL="0" indent="0">
              <a:buNone/>
              <a:defRPr sz="400"/>
            </a:lvl1pPr>
            <a:lvl2pPr marL="114300" indent="0">
              <a:buNone/>
              <a:defRPr sz="350"/>
            </a:lvl2pPr>
            <a:lvl3pPr marL="228600" indent="0">
              <a:buNone/>
              <a:defRPr sz="300"/>
            </a:lvl3pPr>
            <a:lvl4pPr marL="342900" indent="0">
              <a:buNone/>
              <a:defRPr sz="250"/>
            </a:lvl4pPr>
            <a:lvl5pPr marL="457200" indent="0">
              <a:buNone/>
              <a:defRPr sz="250"/>
            </a:lvl5pPr>
            <a:lvl6pPr marL="571500" indent="0">
              <a:buNone/>
              <a:defRPr sz="250"/>
            </a:lvl6pPr>
            <a:lvl7pPr marL="685800" indent="0">
              <a:buNone/>
              <a:defRPr sz="250"/>
            </a:lvl7pPr>
            <a:lvl8pPr marL="800100" indent="0">
              <a:buNone/>
              <a:defRPr sz="250"/>
            </a:lvl8pPr>
            <a:lvl9pPr marL="914400" indent="0">
              <a:buNone/>
              <a:defRPr sz="2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07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" y="152400"/>
            <a:ext cx="737295" cy="533400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" y="329142"/>
            <a:ext cx="1157288" cy="1624542"/>
          </a:xfrm>
        </p:spPr>
        <p:txBody>
          <a:bodyPr anchor="t"/>
          <a:lstStyle>
            <a:lvl1pPr marL="0" indent="0">
              <a:buNone/>
              <a:defRPr sz="800"/>
            </a:lvl1pPr>
            <a:lvl2pPr marL="114300" indent="0">
              <a:buNone/>
              <a:defRPr sz="700"/>
            </a:lvl2pPr>
            <a:lvl3pPr marL="228600" indent="0">
              <a:buNone/>
              <a:defRPr sz="600"/>
            </a:lvl3pPr>
            <a:lvl4pPr marL="342900" indent="0">
              <a:buNone/>
              <a:defRPr sz="500"/>
            </a:lvl4pPr>
            <a:lvl5pPr marL="457200" indent="0">
              <a:buNone/>
              <a:defRPr sz="500"/>
            </a:lvl5pPr>
            <a:lvl6pPr marL="571500" indent="0">
              <a:buNone/>
              <a:defRPr sz="500"/>
            </a:lvl6pPr>
            <a:lvl7pPr marL="685800" indent="0">
              <a:buNone/>
              <a:defRPr sz="500"/>
            </a:lvl7pPr>
            <a:lvl8pPr marL="800100" indent="0">
              <a:buNone/>
              <a:defRPr sz="500"/>
            </a:lvl8pPr>
            <a:lvl9pPr marL="914400" indent="0">
              <a:buNone/>
              <a:defRPr sz="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" y="685800"/>
            <a:ext cx="737295" cy="1270529"/>
          </a:xfrm>
        </p:spPr>
        <p:txBody>
          <a:bodyPr/>
          <a:lstStyle>
            <a:lvl1pPr marL="0" indent="0">
              <a:buNone/>
              <a:defRPr sz="400"/>
            </a:lvl1pPr>
            <a:lvl2pPr marL="114300" indent="0">
              <a:buNone/>
              <a:defRPr sz="350"/>
            </a:lvl2pPr>
            <a:lvl3pPr marL="228600" indent="0">
              <a:buNone/>
              <a:defRPr sz="300"/>
            </a:lvl3pPr>
            <a:lvl4pPr marL="342900" indent="0">
              <a:buNone/>
              <a:defRPr sz="250"/>
            </a:lvl4pPr>
            <a:lvl5pPr marL="457200" indent="0">
              <a:buNone/>
              <a:defRPr sz="250"/>
            </a:lvl5pPr>
            <a:lvl6pPr marL="571500" indent="0">
              <a:buNone/>
              <a:defRPr sz="250"/>
            </a:lvl6pPr>
            <a:lvl7pPr marL="685800" indent="0">
              <a:buNone/>
              <a:defRPr sz="250"/>
            </a:lvl7pPr>
            <a:lvl8pPr marL="800100" indent="0">
              <a:buNone/>
              <a:defRPr sz="250"/>
            </a:lvl8pPr>
            <a:lvl9pPr marL="914400" indent="0">
              <a:buNone/>
              <a:defRPr sz="2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75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03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9" y="121709"/>
            <a:ext cx="492919" cy="19372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3" y="121709"/>
            <a:ext cx="1450181" cy="19372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26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3" y="121709"/>
            <a:ext cx="1971675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3" y="608542"/>
            <a:ext cx="1971675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3" y="2118784"/>
            <a:ext cx="51435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C5D66A-E711-8A4F-81B6-6B20A09225CB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8" y="2118784"/>
            <a:ext cx="771525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8" y="2118784"/>
            <a:ext cx="51435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8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28600" rtl="0" eaLnBrk="1" latinLnBrk="0" hangingPunct="1">
        <a:lnSpc>
          <a:spcPct val="90000"/>
        </a:lnSpc>
        <a:spcBef>
          <a:spcPct val="0"/>
        </a:spcBef>
        <a:buNone/>
        <a:defRPr sz="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50" indent="-57150" algn="l" defTabSz="2286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2857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500" kern="1200">
          <a:solidFill>
            <a:schemeClr val="tx1"/>
          </a:solidFill>
          <a:latin typeface="+mn-lt"/>
          <a:ea typeface="+mn-ea"/>
          <a:cs typeface="+mn-cs"/>
        </a:defRPr>
      </a:lvl3pPr>
      <a:lvl4pPr marL="4000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4pPr>
      <a:lvl5pPr marL="5143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5pPr>
      <a:lvl6pPr marL="6286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6pPr>
      <a:lvl7pPr marL="7429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7pPr>
      <a:lvl8pPr marL="8572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8pPr>
      <a:lvl9pPr marL="9715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1pPr>
      <a:lvl2pPr marL="1143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3pPr>
      <a:lvl4pPr marL="3429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4pPr>
      <a:lvl5pPr marL="4572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5pPr>
      <a:lvl6pPr marL="5715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6pPr>
      <a:lvl7pPr marL="6858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7pPr>
      <a:lvl8pPr marL="8001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qhr4bp_9_2">
            <a:hlinkClick r:id="" action="ppaction://media"/>
            <a:extLst>
              <a:ext uri="{FF2B5EF4-FFF2-40B4-BE49-F238E27FC236}">
                <a16:creationId xmlns:a16="http://schemas.microsoft.com/office/drawing/2014/main" id="{D84ED06B-6EC7-777E-A84B-A0A0656EF42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23246" t="12032" r="22027" b="7933"/>
          <a:stretch/>
        </p:blipFill>
        <p:spPr>
          <a:xfrm>
            <a:off x="0" y="100104"/>
            <a:ext cx="2114547" cy="2319272"/>
          </a:xfrm>
          <a:prstGeom prst="rect">
            <a:avLst/>
          </a:prstGeom>
        </p:spPr>
      </p:pic>
      <p:pic>
        <p:nvPicPr>
          <p:cNvPr id="12" name="iqhr4bp_9_2_curve">
            <a:hlinkClick r:id="" action="ppaction://media"/>
            <a:extLst>
              <a:ext uri="{FF2B5EF4-FFF2-40B4-BE49-F238E27FC236}">
                <a16:creationId xmlns:a16="http://schemas.microsoft.com/office/drawing/2014/main" id="{69F1792F-CE37-07EE-1F17-3F2837CE66DF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rcRect l="25293" t="12032" r="19979" b="7933"/>
          <a:stretch/>
        </p:blipFill>
        <p:spPr>
          <a:xfrm>
            <a:off x="96629" y="100106"/>
            <a:ext cx="2114546" cy="231927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FADF0CE-6D9C-21AD-6C73-1CDA32FA3957}"/>
              </a:ext>
            </a:extLst>
          </p:cNvPr>
          <p:cNvSpPr/>
          <p:nvPr/>
        </p:nvSpPr>
        <p:spPr>
          <a:xfrm>
            <a:off x="-403412" y="-457200"/>
            <a:ext cx="3415553" cy="55730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DA012C-89AD-5D7C-E5F9-D8F26E866532}"/>
              </a:ext>
            </a:extLst>
          </p:cNvPr>
          <p:cNvSpPr/>
          <p:nvPr/>
        </p:nvSpPr>
        <p:spPr>
          <a:xfrm>
            <a:off x="-264459" y="-145682"/>
            <a:ext cx="573741" cy="2969563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815411-933B-C1A2-B7B6-FBBCB1E50A6C}"/>
              </a:ext>
            </a:extLst>
          </p:cNvPr>
          <p:cNvSpPr/>
          <p:nvPr/>
        </p:nvSpPr>
        <p:spPr>
          <a:xfrm>
            <a:off x="-210671" y="2185893"/>
            <a:ext cx="2752165" cy="233483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88E2DB-AF49-5527-B647-AF88033CDE89}"/>
              </a:ext>
            </a:extLst>
          </p:cNvPr>
          <p:cNvSpPr/>
          <p:nvPr/>
        </p:nvSpPr>
        <p:spPr>
          <a:xfrm>
            <a:off x="1896035" y="-457201"/>
            <a:ext cx="1667436" cy="328108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723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333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8333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0</Words>
  <Application>Microsoft Macintosh PowerPoint</Application>
  <PresentationFormat>Custom</PresentationFormat>
  <Paragraphs>0</Paragraphs>
  <Slides>1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Park, Beom</dc:creator>
  <cp:lastModifiedBy>Park, Beom</cp:lastModifiedBy>
  <cp:revision>5</cp:revision>
  <dcterms:created xsi:type="dcterms:W3CDTF">2025-03-18T00:55:12Z</dcterms:created>
  <dcterms:modified xsi:type="dcterms:W3CDTF">2025-03-18T20:56:51Z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606f69-b0ae-4874-be30-7d43a3c7be10_Enabled">
    <vt:lpwstr>true</vt:lpwstr>
  </property>
  <property fmtid="{D5CDD505-2E9C-101B-9397-08002B2CF9AE}" pid="3" name="MSIP_Label_f7606f69-b0ae-4874-be30-7d43a3c7be10_SetDate">
    <vt:lpwstr>2025-03-18T02:29:48Z</vt:lpwstr>
  </property>
  <property fmtid="{D5CDD505-2E9C-101B-9397-08002B2CF9AE}" pid="4" name="MSIP_Label_f7606f69-b0ae-4874-be30-7d43a3c7be10_Method">
    <vt:lpwstr>Standard</vt:lpwstr>
  </property>
  <property fmtid="{D5CDD505-2E9C-101B-9397-08002B2CF9AE}" pid="5" name="MSIP_Label_f7606f69-b0ae-4874-be30-7d43a3c7be10_Name">
    <vt:lpwstr>defa4170-0d19-0005-0001-bc88714345d2</vt:lpwstr>
  </property>
  <property fmtid="{D5CDD505-2E9C-101B-9397-08002B2CF9AE}" pid="6" name="MSIP_Label_f7606f69-b0ae-4874-be30-7d43a3c7be10_SiteId">
    <vt:lpwstr>4130bd39-7c53-419c-b1e5-8758d6d63f21</vt:lpwstr>
  </property>
  <property fmtid="{D5CDD505-2E9C-101B-9397-08002B2CF9AE}" pid="7" name="MSIP_Label_f7606f69-b0ae-4874-be30-7d43a3c7be10_ActionId">
    <vt:lpwstr>1e1fc855-07ef-407f-a14f-04debca3b1f3</vt:lpwstr>
  </property>
  <property fmtid="{D5CDD505-2E9C-101B-9397-08002B2CF9AE}" pid="8" name="MSIP_Label_f7606f69-b0ae-4874-be30-7d43a3c7be10_ContentBits">
    <vt:lpwstr>0</vt:lpwstr>
  </property>
  <property fmtid="{D5CDD505-2E9C-101B-9397-08002B2CF9AE}" pid="9" name="MSIP_Label_f7606f69-b0ae-4874-be30-7d43a3c7be10_Tag">
    <vt:lpwstr>50, 3, 0, 1</vt:lpwstr>
  </property>
</Properties>
</file>