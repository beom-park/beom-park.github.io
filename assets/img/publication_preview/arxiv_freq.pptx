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22860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90"/>
    <p:restoredTop sz="94628"/>
  </p:normalViewPr>
  <p:slideViewPr>
    <p:cSldViewPr snapToGrid="0">
      <p:cViewPr>
        <p:scale>
          <a:sx n="150" d="100"/>
          <a:sy n="150" d="100"/>
        </p:scale>
        <p:origin x="4170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" y="374121"/>
            <a:ext cx="1943100" cy="795867"/>
          </a:xfrm>
        </p:spPr>
        <p:txBody>
          <a:bodyPr anchor="b"/>
          <a:lstStyle>
            <a:lvl1pPr algn="ctr"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1200679"/>
            <a:ext cx="1714500" cy="551921"/>
          </a:xfrm>
        </p:spPr>
        <p:txBody>
          <a:bodyPr/>
          <a:lstStyle>
            <a:lvl1pPr marL="0" indent="0" algn="ctr">
              <a:buNone/>
              <a:defRPr sz="600"/>
            </a:lvl1pPr>
            <a:lvl2pPr marL="114300" indent="0" algn="ctr">
              <a:buNone/>
              <a:defRPr sz="500"/>
            </a:lvl2pPr>
            <a:lvl3pPr marL="228600" indent="0" algn="ctr">
              <a:buNone/>
              <a:defRPr sz="450"/>
            </a:lvl3pPr>
            <a:lvl4pPr marL="342900" indent="0" algn="ctr">
              <a:buNone/>
              <a:defRPr sz="400"/>
            </a:lvl4pPr>
            <a:lvl5pPr marL="457200" indent="0" algn="ctr">
              <a:buNone/>
              <a:defRPr sz="400"/>
            </a:lvl5pPr>
            <a:lvl6pPr marL="571500" indent="0" algn="ctr">
              <a:buNone/>
              <a:defRPr sz="400"/>
            </a:lvl6pPr>
            <a:lvl7pPr marL="685800" indent="0" algn="ctr">
              <a:buNone/>
              <a:defRPr sz="400"/>
            </a:lvl7pPr>
            <a:lvl8pPr marL="800100" indent="0" algn="ctr">
              <a:buNone/>
              <a:defRPr sz="400"/>
            </a:lvl8pPr>
            <a:lvl9pPr marL="914400" indent="0" algn="ctr">
              <a:buNone/>
              <a:defRPr sz="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5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8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" y="569913"/>
            <a:ext cx="1971675" cy="950912"/>
          </a:xfrm>
        </p:spPr>
        <p:txBody>
          <a:bodyPr anchor="b"/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" y="1529822"/>
            <a:ext cx="1971675" cy="500062"/>
          </a:xfrm>
        </p:spPr>
        <p:txBody>
          <a:bodyPr/>
          <a:lstStyle>
            <a:lvl1pPr marL="0" indent="0">
              <a:buNone/>
              <a:defRPr sz="600">
                <a:solidFill>
                  <a:schemeClr val="tx1">
                    <a:tint val="82000"/>
                  </a:schemeClr>
                </a:solidFill>
              </a:defRPr>
            </a:lvl1pPr>
            <a:lvl2pPr marL="114300" indent="0">
              <a:buNone/>
              <a:defRPr sz="500">
                <a:solidFill>
                  <a:schemeClr val="tx1">
                    <a:tint val="82000"/>
                  </a:schemeClr>
                </a:solidFill>
              </a:defRPr>
            </a:lvl2pPr>
            <a:lvl3pPr marL="228600" indent="0">
              <a:buNone/>
              <a:defRPr sz="450">
                <a:solidFill>
                  <a:schemeClr val="tx1">
                    <a:tint val="82000"/>
                  </a:schemeClr>
                </a:solidFill>
              </a:defRPr>
            </a:lvl3pPr>
            <a:lvl4pPr marL="3429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4pPr>
            <a:lvl5pPr marL="4572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5pPr>
            <a:lvl6pPr marL="5715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6pPr>
            <a:lvl7pPr marL="6858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7pPr>
            <a:lvl8pPr marL="8001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8pPr>
            <a:lvl9pPr marL="914400" indent="0">
              <a:buNone/>
              <a:defRPr sz="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3" y="608542"/>
            <a:ext cx="97155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8" y="608542"/>
            <a:ext cx="97155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0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21709"/>
            <a:ext cx="1971675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1" y="560388"/>
            <a:ext cx="967085" cy="274637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1" y="835025"/>
            <a:ext cx="967085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8" y="560388"/>
            <a:ext cx="971848" cy="274637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8" y="835025"/>
            <a:ext cx="971848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07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06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3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52400"/>
            <a:ext cx="737295" cy="533400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" y="329142"/>
            <a:ext cx="1157288" cy="1624542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85800"/>
            <a:ext cx="737295" cy="1270529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7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152400"/>
            <a:ext cx="737295" cy="533400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" y="329142"/>
            <a:ext cx="1157288" cy="1624542"/>
          </a:xfrm>
        </p:spPr>
        <p:txBody>
          <a:bodyPr anchor="t"/>
          <a:lstStyle>
            <a:lvl1pPr marL="0" indent="0">
              <a:buNone/>
              <a:defRPr sz="800"/>
            </a:lvl1pPr>
            <a:lvl2pPr marL="114300" indent="0">
              <a:buNone/>
              <a:defRPr sz="700"/>
            </a:lvl2pPr>
            <a:lvl3pPr marL="228600" indent="0">
              <a:buNone/>
              <a:defRPr sz="600"/>
            </a:lvl3pPr>
            <a:lvl4pPr marL="342900" indent="0">
              <a:buNone/>
              <a:defRPr sz="500"/>
            </a:lvl4pPr>
            <a:lvl5pPr marL="457200" indent="0">
              <a:buNone/>
              <a:defRPr sz="500"/>
            </a:lvl5pPr>
            <a:lvl6pPr marL="571500" indent="0">
              <a:buNone/>
              <a:defRPr sz="500"/>
            </a:lvl6pPr>
            <a:lvl7pPr marL="685800" indent="0">
              <a:buNone/>
              <a:defRPr sz="500"/>
            </a:lvl7pPr>
            <a:lvl8pPr marL="800100" indent="0">
              <a:buNone/>
              <a:defRPr sz="500"/>
            </a:lvl8pPr>
            <a:lvl9pPr marL="914400" indent="0">
              <a:buNone/>
              <a:defRPr sz="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685800"/>
            <a:ext cx="737295" cy="1270529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7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3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9" y="121709"/>
            <a:ext cx="492919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3" y="121709"/>
            <a:ext cx="1450181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2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3" y="121709"/>
            <a:ext cx="1971675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3" y="608542"/>
            <a:ext cx="1971675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3" y="2118784"/>
            <a:ext cx="51435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5D66A-E711-8A4F-81B6-6B20A09225CB}" type="datetimeFigureOut">
              <a:rPr lang="en-US" smtClean="0"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8" y="2118784"/>
            <a:ext cx="771525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8" y="2118784"/>
            <a:ext cx="51435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286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" indent="-57150" algn="l" defTabSz="2286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fem_qpo_video">
            <a:hlinkClick r:id="" action="ppaction://media"/>
            <a:extLst>
              <a:ext uri="{FF2B5EF4-FFF2-40B4-BE49-F238E27FC236}">
                <a16:creationId xmlns:a16="http://schemas.microsoft.com/office/drawing/2014/main" id="{E1F87047-EF2E-4462-9125-20F4999EDED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2216360" y="69850"/>
            <a:ext cx="4657246" cy="2273300"/>
          </a:xfrm>
          <a:prstGeom prst="rect">
            <a:avLst/>
          </a:prstGeom>
          <a:ln w="38100">
            <a:noFill/>
          </a:ln>
        </p:spPr>
      </p:pic>
    </p:spTree>
    <p:extLst>
      <p:ext uri="{BB962C8B-B14F-4D97-AF65-F5344CB8AC3E}">
        <p14:creationId xmlns:p14="http://schemas.microsoft.com/office/powerpoint/2010/main" val="191272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0</Words>
  <Application>Microsoft Office PowerPoint</Application>
  <PresentationFormat>사용자 지정</PresentationFormat>
  <Paragraphs>0</Paragraphs>
  <Slides>1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Beom</dc:creator>
  <cp:lastModifiedBy>Park, Beom</cp:lastModifiedBy>
  <cp:revision>6</cp:revision>
  <dcterms:created xsi:type="dcterms:W3CDTF">2025-03-18T00:55:12Z</dcterms:created>
  <dcterms:modified xsi:type="dcterms:W3CDTF">2025-04-19T17:38:16Z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2025-03-18T02:29:48Z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1e1fc855-07ef-407f-a14f-04debca3b1f3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