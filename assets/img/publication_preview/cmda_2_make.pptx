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4628"/>
  </p:normalViewPr>
  <p:slideViewPr>
    <p:cSldViewPr snapToGrid="0">
      <p:cViewPr>
        <p:scale>
          <a:sx n="65" d="100"/>
          <a:sy n="65" d="100"/>
        </p:scale>
        <p:origin x="2928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67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9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77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65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418"/>
            <a:ext cx="394335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74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874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7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5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6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5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08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3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3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8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63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qpo_3D_SE">
            <a:hlinkClick r:id="" action="ppaction://media"/>
            <a:extLst>
              <a:ext uri="{FF2B5EF4-FFF2-40B4-BE49-F238E27FC236}">
                <a16:creationId xmlns:a16="http://schemas.microsoft.com/office/drawing/2014/main" id="{213FCBDF-3F4B-C11A-0D7E-A96CC0E1F6D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6159" t="18599" r="15896" b="17390"/>
          <a:stretch/>
        </p:blipFill>
        <p:spPr>
          <a:xfrm>
            <a:off x="23581" y="649491"/>
            <a:ext cx="4548419" cy="327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2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0</Words>
  <Application>Microsoft Macintosh PowerPoint</Application>
  <PresentationFormat>Custom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Park, Beom</dc:creator>
  <cp:lastModifiedBy>Park, Beom</cp:lastModifiedBy>
  <cp:revision>3</cp:revision>
  <dcterms:created xsi:type="dcterms:W3CDTF">2025-03-18T00:55:12Z</dcterms:created>
  <dcterms:modified xsi:type="dcterms:W3CDTF">2025-03-18T02:45:15Z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2025-03-18T02:29:48Z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1e1fc855-07ef-407f-a14f-04debca3b1f3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50, 3, 0, 1</vt:lpwstr>
  </property>
</Properties>
</file>