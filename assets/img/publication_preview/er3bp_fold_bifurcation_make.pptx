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28"/>
  </p:normalViewPr>
  <p:slideViewPr>
    <p:cSldViewPr snapToGrid="0">
      <p:cViewPr varScale="1">
        <p:scale>
          <a:sx n="147" d="100"/>
          <a:sy n="147" d="100"/>
        </p:scale>
        <p:origin x="20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867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0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7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665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74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874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75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06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08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035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30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5D66A-E711-8A4F-81B6-6B20A09225CB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E772DB-D1BC-8646-A11F-97BE19C173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63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mparePulsSolarMac.mp4" descr="comparePulsSolarMac.mp4">
            <a:hlinkClick r:id="" action="ppaction://media"/>
            <a:extLst>
              <a:ext uri="{FF2B5EF4-FFF2-40B4-BE49-F238E27FC236}">
                <a16:creationId xmlns:a16="http://schemas.microsoft.com/office/drawing/2014/main" id="{7D6D007C-DDB2-3837-F51E-3D1C6982E4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l="16987" t="13518" r="60288" b="16521"/>
          <a:stretch/>
        </p:blipFill>
        <p:spPr>
          <a:xfrm>
            <a:off x="-74023" y="-18493"/>
            <a:ext cx="4720045" cy="460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723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5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Macintosh PowerPoint</Application>
  <PresentationFormat>Custom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Park, Beom</dc:creator>
  <cp:lastModifiedBy>Park, Beom</cp:lastModifiedBy>
  <cp:revision>1</cp:revision>
  <dcterms:created xsi:type="dcterms:W3CDTF">2025-03-18T00:55:12Z</dcterms:created>
  <dcterms:modified xsi:type="dcterms:W3CDTF">2025-03-18T02:32:34Z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2025-03-18T02:29:48Z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1e1fc855-07ef-407f-a14f-04debca3b1f3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50, 3, 0, 1</vt:lpwstr>
  </property>
</Properties>
</file>