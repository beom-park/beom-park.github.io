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4628"/>
  </p:normalViewPr>
  <p:slideViewPr>
    <p:cSldViewPr snapToGrid="0">
      <p:cViewPr>
        <p:scale>
          <a:sx n="65" d="100"/>
          <a:sy n="65" d="100"/>
        </p:scale>
        <p:origin x="2928" y="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7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7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3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6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estFPS2Performance">
            <a:hlinkClick r:id="" action="ppaction://media"/>
            <a:extLst>
              <a:ext uri="{FF2B5EF4-FFF2-40B4-BE49-F238E27FC236}">
                <a16:creationId xmlns:a16="http://schemas.microsoft.com/office/drawing/2014/main" id="{4D26DB98-FDDD-5DA4-B9DD-9BC48B234C4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23228" t="8157" r="18076" b="59669"/>
          <a:stretch/>
        </p:blipFill>
        <p:spPr>
          <a:xfrm>
            <a:off x="-39757" y="0"/>
            <a:ext cx="463378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52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</TotalTime>
  <Words>0</Words>
  <Application>Microsoft Macintosh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4</cp:revision>
  <dcterms:created xsi:type="dcterms:W3CDTF">2025-03-18T00:55:12Z</dcterms:created>
  <dcterms:modified xsi:type="dcterms:W3CDTF">2025-03-18T02:55:57Z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