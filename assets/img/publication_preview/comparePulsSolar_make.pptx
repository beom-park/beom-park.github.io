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4572000" cy="457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45"/>
    <p:restoredTop sz="94628"/>
  </p:normalViewPr>
  <p:slideViewPr>
    <p:cSldViewPr snapToGrid="0">
      <p:cViewPr varScale="1">
        <p:scale>
          <a:sx n="147" d="100"/>
          <a:sy n="147" d="100"/>
        </p:scale>
        <p:origin x="200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748242"/>
            <a:ext cx="3886200" cy="1591733"/>
          </a:xfrm>
        </p:spPr>
        <p:txBody>
          <a:bodyPr anchor="b"/>
          <a:lstStyle>
            <a:lvl1pPr algn="ctr"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1500" y="2401359"/>
            <a:ext cx="3429000" cy="1103841"/>
          </a:xfrm>
        </p:spPr>
        <p:txBody>
          <a:bodyPr/>
          <a:lstStyle>
            <a:lvl1pPr marL="0" indent="0" algn="ctr">
              <a:buNone/>
              <a:defRPr sz="1200"/>
            </a:lvl1pPr>
            <a:lvl2pPr marL="228600" indent="0" algn="ctr">
              <a:buNone/>
              <a:defRPr sz="1000"/>
            </a:lvl2pPr>
            <a:lvl3pPr marL="457200" indent="0" algn="ctr">
              <a:buNone/>
              <a:defRPr sz="900"/>
            </a:lvl3pPr>
            <a:lvl4pPr marL="685800" indent="0" algn="ctr">
              <a:buNone/>
              <a:defRPr sz="800"/>
            </a:lvl4pPr>
            <a:lvl5pPr marL="914400" indent="0" algn="ctr">
              <a:buNone/>
              <a:defRPr sz="800"/>
            </a:lvl5pPr>
            <a:lvl6pPr marL="1143000" indent="0" algn="ctr">
              <a:buNone/>
              <a:defRPr sz="800"/>
            </a:lvl6pPr>
            <a:lvl7pPr marL="1371600" indent="0" algn="ctr">
              <a:buNone/>
              <a:defRPr sz="800"/>
            </a:lvl7pPr>
            <a:lvl8pPr marL="1600200" indent="0" algn="ctr">
              <a:buNone/>
              <a:defRPr sz="800"/>
            </a:lvl8pPr>
            <a:lvl9pPr marL="1828800" indent="0" algn="ctr">
              <a:buNone/>
              <a:defRPr sz="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5D66A-E711-8A4F-81B6-6B20A09225CB}" type="datetimeFigureOut">
              <a:rPr lang="en-US" smtClean="0"/>
              <a:t>3/17/25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772DB-D1BC-8646-A11F-97BE19C17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8673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5D66A-E711-8A4F-81B6-6B20A09225CB}" type="datetimeFigureOut">
              <a:rPr lang="en-US" smtClean="0"/>
              <a:t>3/17/25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772DB-D1BC-8646-A11F-97BE19C17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4900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944" y="1139826"/>
            <a:ext cx="3943350" cy="1901825"/>
          </a:xfrm>
        </p:spPr>
        <p:txBody>
          <a:bodyPr anchor="b"/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944" y="3059643"/>
            <a:ext cx="3943350" cy="1000125"/>
          </a:xfrm>
        </p:spPr>
        <p:txBody>
          <a:bodyPr/>
          <a:lstStyle>
            <a:lvl1pPr marL="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  <a:lvl2pPr marL="228600" indent="0">
              <a:buNone/>
              <a:defRPr sz="1000">
                <a:solidFill>
                  <a:schemeClr val="tx1">
                    <a:tint val="82000"/>
                  </a:schemeClr>
                </a:solidFill>
              </a:defRPr>
            </a:lvl2pPr>
            <a:lvl3pPr marL="4572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3pPr>
            <a:lvl4pPr marL="6858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4pPr>
            <a:lvl5pPr marL="9144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5pPr>
            <a:lvl6pPr marL="11430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6pPr>
            <a:lvl7pPr marL="13716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7pPr>
            <a:lvl8pPr marL="16002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8pPr>
            <a:lvl9pPr marL="18288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5D66A-E711-8A4F-81B6-6B20A09225CB}" type="datetimeFigureOut">
              <a:rPr lang="en-US" smtClean="0"/>
              <a:t>3/17/25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772DB-D1BC-8646-A11F-97BE19C17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0775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14325" y="1217083"/>
            <a:ext cx="1943100" cy="29008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314575" y="1217083"/>
            <a:ext cx="1943100" cy="29008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5D66A-E711-8A4F-81B6-6B20A09225CB}" type="datetimeFigureOut">
              <a:rPr lang="en-US" smtClean="0"/>
              <a:t>3/17/25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772DB-D1BC-8646-A11F-97BE19C17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665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1" y="243418"/>
            <a:ext cx="3943350" cy="88370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4921" y="1120775"/>
            <a:ext cx="1934170" cy="549275"/>
          </a:xfrm>
        </p:spPr>
        <p:txBody>
          <a:bodyPr anchor="b"/>
          <a:lstStyle>
            <a:lvl1pPr marL="0" indent="0">
              <a:buNone/>
              <a:defRPr sz="1200" b="1"/>
            </a:lvl1pPr>
            <a:lvl2pPr marL="228600" indent="0">
              <a:buNone/>
              <a:defRPr sz="1000" b="1"/>
            </a:lvl2pPr>
            <a:lvl3pPr marL="457200" indent="0">
              <a:buNone/>
              <a:defRPr sz="900" b="1"/>
            </a:lvl3pPr>
            <a:lvl4pPr marL="685800" indent="0">
              <a:buNone/>
              <a:defRPr sz="800" b="1"/>
            </a:lvl4pPr>
            <a:lvl5pPr marL="914400" indent="0">
              <a:buNone/>
              <a:defRPr sz="800" b="1"/>
            </a:lvl5pPr>
            <a:lvl6pPr marL="1143000" indent="0">
              <a:buNone/>
              <a:defRPr sz="800" b="1"/>
            </a:lvl6pPr>
            <a:lvl7pPr marL="1371600" indent="0">
              <a:buNone/>
              <a:defRPr sz="800" b="1"/>
            </a:lvl7pPr>
            <a:lvl8pPr marL="1600200" indent="0">
              <a:buNone/>
              <a:defRPr sz="800" b="1"/>
            </a:lvl8pPr>
            <a:lvl9pPr marL="1828800" indent="0">
              <a:buNone/>
              <a:defRPr sz="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14921" y="1670050"/>
            <a:ext cx="1934170" cy="2456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314575" y="1120775"/>
            <a:ext cx="1943696" cy="549275"/>
          </a:xfrm>
        </p:spPr>
        <p:txBody>
          <a:bodyPr anchor="b"/>
          <a:lstStyle>
            <a:lvl1pPr marL="0" indent="0">
              <a:buNone/>
              <a:defRPr sz="1200" b="1"/>
            </a:lvl1pPr>
            <a:lvl2pPr marL="228600" indent="0">
              <a:buNone/>
              <a:defRPr sz="1000" b="1"/>
            </a:lvl2pPr>
            <a:lvl3pPr marL="457200" indent="0">
              <a:buNone/>
              <a:defRPr sz="900" b="1"/>
            </a:lvl3pPr>
            <a:lvl4pPr marL="685800" indent="0">
              <a:buNone/>
              <a:defRPr sz="800" b="1"/>
            </a:lvl4pPr>
            <a:lvl5pPr marL="914400" indent="0">
              <a:buNone/>
              <a:defRPr sz="800" b="1"/>
            </a:lvl5pPr>
            <a:lvl6pPr marL="1143000" indent="0">
              <a:buNone/>
              <a:defRPr sz="800" b="1"/>
            </a:lvl6pPr>
            <a:lvl7pPr marL="1371600" indent="0">
              <a:buNone/>
              <a:defRPr sz="800" b="1"/>
            </a:lvl7pPr>
            <a:lvl8pPr marL="1600200" indent="0">
              <a:buNone/>
              <a:defRPr sz="800" b="1"/>
            </a:lvl8pPr>
            <a:lvl9pPr marL="1828800" indent="0">
              <a:buNone/>
              <a:defRPr sz="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314575" y="1670050"/>
            <a:ext cx="1943696" cy="2456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5D66A-E711-8A4F-81B6-6B20A09225CB}" type="datetimeFigureOut">
              <a:rPr lang="en-US" smtClean="0"/>
              <a:t>3/17/25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772DB-D1BC-8646-A11F-97BE19C17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4744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5D66A-E711-8A4F-81B6-6B20A09225CB}" type="datetimeFigureOut">
              <a:rPr lang="en-US" smtClean="0"/>
              <a:t>3/17/25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772DB-D1BC-8646-A11F-97BE19C17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8745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5D66A-E711-8A4F-81B6-6B20A09225CB}" type="datetimeFigureOut">
              <a:rPr lang="en-US" smtClean="0"/>
              <a:t>3/17/25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772DB-D1BC-8646-A11F-97BE19C17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9752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1" y="304800"/>
            <a:ext cx="1474589" cy="1066800"/>
          </a:xfrm>
        </p:spPr>
        <p:txBody>
          <a:bodyPr anchor="b"/>
          <a:lstStyle>
            <a:lvl1pPr>
              <a:defRPr sz="1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3695" y="658285"/>
            <a:ext cx="2314575" cy="3249083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00"/>
            </a:lvl4pPr>
            <a:lvl5pPr>
              <a:defRPr sz="1000"/>
            </a:lvl5pPr>
            <a:lvl6pPr>
              <a:defRPr sz="1000"/>
            </a:lvl6pPr>
            <a:lvl7pPr>
              <a:defRPr sz="1000"/>
            </a:lvl7pPr>
            <a:lvl8pPr>
              <a:defRPr sz="1000"/>
            </a:lvl8pPr>
            <a:lvl9pPr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4921" y="1371600"/>
            <a:ext cx="1474589" cy="2541059"/>
          </a:xfrm>
        </p:spPr>
        <p:txBody>
          <a:bodyPr/>
          <a:lstStyle>
            <a:lvl1pPr marL="0" indent="0">
              <a:buNone/>
              <a:defRPr sz="800"/>
            </a:lvl1pPr>
            <a:lvl2pPr marL="228600" indent="0">
              <a:buNone/>
              <a:defRPr sz="700"/>
            </a:lvl2pPr>
            <a:lvl3pPr marL="457200" indent="0">
              <a:buNone/>
              <a:defRPr sz="600"/>
            </a:lvl3pPr>
            <a:lvl4pPr marL="685800" indent="0">
              <a:buNone/>
              <a:defRPr sz="500"/>
            </a:lvl4pPr>
            <a:lvl5pPr marL="914400" indent="0">
              <a:buNone/>
              <a:defRPr sz="500"/>
            </a:lvl5pPr>
            <a:lvl6pPr marL="1143000" indent="0">
              <a:buNone/>
              <a:defRPr sz="500"/>
            </a:lvl6pPr>
            <a:lvl7pPr marL="1371600" indent="0">
              <a:buNone/>
              <a:defRPr sz="500"/>
            </a:lvl7pPr>
            <a:lvl8pPr marL="1600200" indent="0">
              <a:buNone/>
              <a:defRPr sz="500"/>
            </a:lvl8pPr>
            <a:lvl9pPr marL="1828800" indent="0">
              <a:buNone/>
              <a:defRPr sz="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5D66A-E711-8A4F-81B6-6B20A09225CB}" type="datetimeFigureOut">
              <a:rPr lang="en-US" smtClean="0"/>
              <a:t>3/17/25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772DB-D1BC-8646-A11F-97BE19C17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0634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1" y="304800"/>
            <a:ext cx="1474589" cy="1066800"/>
          </a:xfrm>
        </p:spPr>
        <p:txBody>
          <a:bodyPr anchor="b"/>
          <a:lstStyle>
            <a:lvl1pPr>
              <a:defRPr sz="1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3695" y="658285"/>
            <a:ext cx="2314575" cy="3249083"/>
          </a:xfrm>
        </p:spPr>
        <p:txBody>
          <a:bodyPr anchor="t"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4921" y="1371600"/>
            <a:ext cx="1474589" cy="2541059"/>
          </a:xfrm>
        </p:spPr>
        <p:txBody>
          <a:bodyPr/>
          <a:lstStyle>
            <a:lvl1pPr marL="0" indent="0">
              <a:buNone/>
              <a:defRPr sz="800"/>
            </a:lvl1pPr>
            <a:lvl2pPr marL="228600" indent="0">
              <a:buNone/>
              <a:defRPr sz="700"/>
            </a:lvl2pPr>
            <a:lvl3pPr marL="457200" indent="0">
              <a:buNone/>
              <a:defRPr sz="600"/>
            </a:lvl3pPr>
            <a:lvl4pPr marL="685800" indent="0">
              <a:buNone/>
              <a:defRPr sz="500"/>
            </a:lvl4pPr>
            <a:lvl5pPr marL="914400" indent="0">
              <a:buNone/>
              <a:defRPr sz="500"/>
            </a:lvl5pPr>
            <a:lvl6pPr marL="1143000" indent="0">
              <a:buNone/>
              <a:defRPr sz="500"/>
            </a:lvl6pPr>
            <a:lvl7pPr marL="1371600" indent="0">
              <a:buNone/>
              <a:defRPr sz="500"/>
            </a:lvl7pPr>
            <a:lvl8pPr marL="1600200" indent="0">
              <a:buNone/>
              <a:defRPr sz="500"/>
            </a:lvl8pPr>
            <a:lvl9pPr marL="1828800" indent="0">
              <a:buNone/>
              <a:defRPr sz="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5D66A-E711-8A4F-81B6-6B20A09225CB}" type="datetimeFigureOut">
              <a:rPr lang="en-US" smtClean="0"/>
              <a:t>3/17/25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772DB-D1BC-8646-A11F-97BE19C17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7085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5D66A-E711-8A4F-81B6-6B20A09225CB}" type="datetimeFigureOut">
              <a:rPr lang="en-US" smtClean="0"/>
              <a:t>3/17/25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772DB-D1BC-8646-A11F-97BE19C17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0350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271838" y="243417"/>
            <a:ext cx="985838" cy="387455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14325" y="243417"/>
            <a:ext cx="2900363" cy="387455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5D66A-E711-8A4F-81B6-6B20A09225CB}" type="datetimeFigureOut">
              <a:rPr lang="en-US" smtClean="0"/>
              <a:t>3/17/25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772DB-D1BC-8646-A11F-97BE19C17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230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14325" y="243418"/>
            <a:ext cx="3943350" cy="883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4325" y="1217083"/>
            <a:ext cx="3943350" cy="2900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14325" y="4237568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C5D66A-E711-8A4F-81B6-6B20A09225CB}" type="datetimeFigureOut">
              <a:rPr lang="en-US" smtClean="0"/>
              <a:t>3/17/25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14475" y="4237568"/>
            <a:ext cx="154305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228975" y="4237568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E772DB-D1BC-8646-A11F-97BE19C17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8631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00" indent="-114300" algn="l" defTabSz="4572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mparePulsSolarMac.mp4" descr="comparePulsSolarMac.mp4">
            <a:hlinkClick r:id="" action="ppaction://media"/>
            <a:extLst>
              <a:ext uri="{FF2B5EF4-FFF2-40B4-BE49-F238E27FC236}">
                <a16:creationId xmlns:a16="http://schemas.microsoft.com/office/drawing/2014/main" id="{7D6D007C-DDB2-3837-F51E-3D1C6982E48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 rotWithShape="1">
          <a:blip r:embed="rId4"/>
          <a:srcRect l="16987" t="13518" r="60288" b="16521"/>
          <a:stretch/>
        </p:blipFill>
        <p:spPr>
          <a:xfrm>
            <a:off x="-74023" y="-18493"/>
            <a:ext cx="4720045" cy="4608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2723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5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video>
              <p:cMediaNode vol="80000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</TotalTime>
  <Words>0</Words>
  <Application>Microsoft Macintosh PowerPoint</Application>
  <PresentationFormat>Custom</PresentationFormat>
  <Paragraphs>0</Paragraphs>
  <Slides>1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Park, Beom</dc:creator>
  <cp:lastModifiedBy>Park, Beom</cp:lastModifiedBy>
  <cp:revision>1</cp:revision>
  <dcterms:created xsi:type="dcterms:W3CDTF">2025-03-18T00:55:12Z</dcterms:created>
  <dcterms:modified xsi:type="dcterms:W3CDTF">2025-03-18T02:31:34Z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7606f69-b0ae-4874-be30-7d43a3c7be10_Enabled">
    <vt:lpwstr>true</vt:lpwstr>
  </property>
  <property fmtid="{D5CDD505-2E9C-101B-9397-08002B2CF9AE}" pid="3" name="MSIP_Label_f7606f69-b0ae-4874-be30-7d43a3c7be10_SetDate">
    <vt:lpwstr>2025-03-18T02:29:48Z</vt:lpwstr>
  </property>
  <property fmtid="{D5CDD505-2E9C-101B-9397-08002B2CF9AE}" pid="4" name="MSIP_Label_f7606f69-b0ae-4874-be30-7d43a3c7be10_Method">
    <vt:lpwstr>Standard</vt:lpwstr>
  </property>
  <property fmtid="{D5CDD505-2E9C-101B-9397-08002B2CF9AE}" pid="5" name="MSIP_Label_f7606f69-b0ae-4874-be30-7d43a3c7be10_Name">
    <vt:lpwstr>defa4170-0d19-0005-0001-bc88714345d2</vt:lpwstr>
  </property>
  <property fmtid="{D5CDD505-2E9C-101B-9397-08002B2CF9AE}" pid="6" name="MSIP_Label_f7606f69-b0ae-4874-be30-7d43a3c7be10_SiteId">
    <vt:lpwstr>4130bd39-7c53-419c-b1e5-8758d6d63f21</vt:lpwstr>
  </property>
  <property fmtid="{D5CDD505-2E9C-101B-9397-08002B2CF9AE}" pid="7" name="MSIP_Label_f7606f69-b0ae-4874-be30-7d43a3c7be10_ActionId">
    <vt:lpwstr>1e1fc855-07ef-407f-a14f-04debca3b1f3</vt:lpwstr>
  </property>
  <property fmtid="{D5CDD505-2E9C-101B-9397-08002B2CF9AE}" pid="8" name="MSIP_Label_f7606f69-b0ae-4874-be30-7d43a3c7be10_ContentBits">
    <vt:lpwstr>0</vt:lpwstr>
  </property>
  <property fmtid="{D5CDD505-2E9C-101B-9397-08002B2CF9AE}" pid="9" name="MSIP_Label_f7606f69-b0ae-4874-be30-7d43a3c7be10_Tag">
    <vt:lpwstr>50, 3, 0, 1</vt:lpwstr>
  </property>
</Properties>
</file>