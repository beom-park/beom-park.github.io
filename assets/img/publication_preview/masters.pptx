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27432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90"/>
    <p:restoredTop sz="94628"/>
  </p:normalViewPr>
  <p:slideViewPr>
    <p:cSldViewPr snapToGrid="0">
      <p:cViewPr>
        <p:scale>
          <a:sx n="100" d="100"/>
          <a:sy n="100" d="100"/>
        </p:scale>
        <p:origin x="4332" y="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448945"/>
            <a:ext cx="2331720" cy="9550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440815"/>
            <a:ext cx="2057400" cy="662305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4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56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683896"/>
            <a:ext cx="2366010" cy="114109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835786"/>
            <a:ext cx="2366010" cy="600075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2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1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46051"/>
            <a:ext cx="236601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672465"/>
            <a:ext cx="1160502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1002030"/>
            <a:ext cx="116050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672465"/>
            <a:ext cx="1166217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1002030"/>
            <a:ext cx="11662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1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40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55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94971"/>
            <a:ext cx="1388745" cy="1949450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3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94971"/>
            <a:ext cx="1388745" cy="1949450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6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46050"/>
            <a:ext cx="59150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46050"/>
            <a:ext cx="174021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46051"/>
            <a:ext cx="236601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730250"/>
            <a:ext cx="236601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5D66A-E711-8A4F-81B6-6B20A09225C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D92712A-686F-AB2D-0CA9-47DD4153B9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08" t="33114" r="37420" b="36030"/>
          <a:stretch/>
        </p:blipFill>
        <p:spPr>
          <a:xfrm>
            <a:off x="47625" y="557887"/>
            <a:ext cx="2478694" cy="162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23022"/>
      </p:ext>
    </p:extLst>
  </p:cSld>
  <p:clrMapOvr>
    <a:masterClrMapping/>
  </p:clrMapOvr>
  <p:transition advClick="0" advTm="2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69914-4A00-3F02-A8A1-2F3378CB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51C0EC-E46F-D47B-972D-D84F6B7FE9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26" t="32325" r="34942" b="36819"/>
          <a:stretch/>
        </p:blipFill>
        <p:spPr>
          <a:xfrm>
            <a:off x="94244" y="695325"/>
            <a:ext cx="2554712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40648"/>
      </p:ext>
    </p:extLst>
  </p:cSld>
  <p:clrMapOvr>
    <a:masterClrMapping/>
  </p:clrMapOvr>
  <p:transition advClick="0" advTm="2000">
    <p:fad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</TotalTime>
  <Words>0</Words>
  <Application>Microsoft Office PowerPoint</Application>
  <PresentationFormat>사용자 지정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Park, Beom</dc:creator>
  <cp:lastModifiedBy>범 박</cp:lastModifiedBy>
  <cp:revision>8</cp:revision>
  <dcterms:created xsi:type="dcterms:W3CDTF">2025-03-18T00:55:12Z</dcterms:created>
  <dcterms:modified xsi:type="dcterms:W3CDTF">2025-03-19T22:13:44Z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2025-03-18T02:29:48Z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1e1fc855-07ef-407f-a14f-04debca3b1f3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50, 3, 0, 1</vt:lpwstr>
  </property>
</Properties>
</file>