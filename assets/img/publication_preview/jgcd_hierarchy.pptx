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</p:sldIdLst>
  <p:sldSz cx="27432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90"/>
    <p:restoredTop sz="94628"/>
  </p:normalViewPr>
  <p:slideViewPr>
    <p:cSldViewPr snapToGrid="0">
      <p:cViewPr>
        <p:scale>
          <a:sx n="150" d="100"/>
          <a:sy n="150" d="100"/>
        </p:scale>
        <p:origin x="1352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" y="448945"/>
            <a:ext cx="2331720" cy="955040"/>
          </a:xfrm>
        </p:spPr>
        <p:txBody>
          <a:bodyPr anchor="b"/>
          <a:lstStyle>
            <a:lvl1pPr algn="ctr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" y="1440815"/>
            <a:ext cx="2057400" cy="662305"/>
          </a:xfrm>
        </p:spPr>
        <p:txBody>
          <a:bodyPr/>
          <a:lstStyle>
            <a:lvl1pPr marL="0" indent="0" algn="ctr">
              <a:buNone/>
              <a:defRPr sz="720"/>
            </a:lvl1pPr>
            <a:lvl2pPr marL="137160" indent="0" algn="ctr">
              <a:buNone/>
              <a:defRPr sz="600"/>
            </a:lvl2pPr>
            <a:lvl3pPr marL="274320" indent="0" algn="ctr">
              <a:buNone/>
              <a:defRPr sz="540"/>
            </a:lvl3pPr>
            <a:lvl4pPr marL="411480" indent="0" algn="ctr">
              <a:buNone/>
              <a:defRPr sz="480"/>
            </a:lvl4pPr>
            <a:lvl5pPr marL="548640" indent="0" algn="ctr">
              <a:buNone/>
              <a:defRPr sz="480"/>
            </a:lvl5pPr>
            <a:lvl6pPr marL="685800" indent="0" algn="ctr">
              <a:buNone/>
              <a:defRPr sz="480"/>
            </a:lvl6pPr>
            <a:lvl7pPr marL="822960" indent="0" algn="ctr">
              <a:buNone/>
              <a:defRPr sz="480"/>
            </a:lvl7pPr>
            <a:lvl8pPr marL="960120" indent="0" algn="ctr">
              <a:buNone/>
              <a:defRPr sz="480"/>
            </a:lvl8pPr>
            <a:lvl9pPr marL="1097280" indent="0" algn="ctr">
              <a:buNone/>
              <a:defRPr sz="4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540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456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" y="683896"/>
            <a:ext cx="2366010" cy="1141095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" y="1835786"/>
            <a:ext cx="2366010" cy="600075"/>
          </a:xfrm>
        </p:spPr>
        <p:txBody>
          <a:bodyPr/>
          <a:lstStyle>
            <a:lvl1pPr marL="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1pPr>
            <a:lvl2pPr marL="13716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2pPr>
            <a:lvl3pPr marL="274320" indent="0">
              <a:buNone/>
              <a:defRPr sz="540">
                <a:solidFill>
                  <a:schemeClr val="tx1">
                    <a:tint val="82000"/>
                  </a:schemeClr>
                </a:solidFill>
              </a:defRPr>
            </a:lvl3pPr>
            <a:lvl4pPr marL="41148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4pPr>
            <a:lvl5pPr marL="54864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5pPr>
            <a:lvl6pPr marL="68580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6pPr>
            <a:lvl7pPr marL="82296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7pPr>
            <a:lvl8pPr marL="96012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8pPr>
            <a:lvl9pPr marL="109728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122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" y="730250"/>
            <a:ext cx="116586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" y="730250"/>
            <a:ext cx="116586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616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" y="146051"/>
            <a:ext cx="236601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3" y="672465"/>
            <a:ext cx="1160502" cy="329565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3" y="1002030"/>
            <a:ext cx="1160502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" y="672465"/>
            <a:ext cx="1166217" cy="329565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" y="1002030"/>
            <a:ext cx="1166217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415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340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455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182880"/>
            <a:ext cx="884753" cy="64008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" y="394971"/>
            <a:ext cx="1388745" cy="1949450"/>
          </a:xfrm>
        </p:spPr>
        <p:txBody>
          <a:bodyPr/>
          <a:lstStyle>
            <a:lvl1pPr>
              <a:defRPr sz="960"/>
            </a:lvl1pPr>
            <a:lvl2pPr>
              <a:defRPr sz="840"/>
            </a:lvl2pPr>
            <a:lvl3pPr>
              <a:defRPr sz="72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822960"/>
            <a:ext cx="884753" cy="1524635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83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182880"/>
            <a:ext cx="884753" cy="64008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" y="394971"/>
            <a:ext cx="1388745" cy="1949450"/>
          </a:xfrm>
        </p:spPr>
        <p:txBody>
          <a:bodyPr anchor="t"/>
          <a:lstStyle>
            <a:lvl1pPr marL="0" indent="0">
              <a:buNone/>
              <a:defRPr sz="960"/>
            </a:lvl1pPr>
            <a:lvl2pPr marL="137160" indent="0">
              <a:buNone/>
              <a:defRPr sz="840"/>
            </a:lvl2pPr>
            <a:lvl3pPr marL="274320" indent="0">
              <a:buNone/>
              <a:defRPr sz="720"/>
            </a:lvl3pPr>
            <a:lvl4pPr marL="411480" indent="0">
              <a:buNone/>
              <a:defRPr sz="600"/>
            </a:lvl4pPr>
            <a:lvl5pPr marL="548640" indent="0">
              <a:buNone/>
              <a:defRPr sz="600"/>
            </a:lvl5pPr>
            <a:lvl6pPr marL="685800" indent="0">
              <a:buNone/>
              <a:defRPr sz="600"/>
            </a:lvl6pPr>
            <a:lvl7pPr marL="822960" indent="0">
              <a:buNone/>
              <a:defRPr sz="600"/>
            </a:lvl7pPr>
            <a:lvl8pPr marL="960120" indent="0">
              <a:buNone/>
              <a:defRPr sz="600"/>
            </a:lvl8pPr>
            <a:lvl9pPr marL="1097280" indent="0">
              <a:buNone/>
              <a:defRPr sz="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822960"/>
            <a:ext cx="884753" cy="1524635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01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564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" y="146050"/>
            <a:ext cx="591503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" y="146050"/>
            <a:ext cx="1740218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53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" y="146051"/>
            <a:ext cx="236601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" y="730250"/>
            <a:ext cx="236601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" y="2542541"/>
            <a:ext cx="61722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C5D66A-E711-8A4F-81B6-6B20A09225CB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" y="2542541"/>
            <a:ext cx="92583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" y="2542541"/>
            <a:ext cx="61722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91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74320" rtl="0" eaLnBrk="1" latinLnBrk="0" hangingPunct="1">
        <a:lnSpc>
          <a:spcPct val="90000"/>
        </a:lnSpc>
        <a:spcBef>
          <a:spcPct val="0"/>
        </a:spcBef>
        <a:buNone/>
        <a:defRPr sz="13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27432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0283850-703F-BA74-2675-D5E24E718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467" y="881304"/>
            <a:ext cx="519430" cy="1119927"/>
          </a:xfrm>
          <a:prstGeom prst="rect">
            <a:avLst/>
          </a:prstGeom>
        </p:spPr>
      </p:pic>
      <p:cxnSp>
        <p:nvCxnSpPr>
          <p:cNvPr id="11" name="직선 화살표 연결선 63">
            <a:extLst>
              <a:ext uri="{FF2B5EF4-FFF2-40B4-BE49-F238E27FC236}">
                <a16:creationId xmlns:a16="http://schemas.microsoft.com/office/drawing/2014/main" id="{13E0F731-E692-145B-876A-9A711E3EA9E8}"/>
              </a:ext>
            </a:extLst>
          </p:cNvPr>
          <p:cNvCxnSpPr>
            <a:cxnSpLocks/>
          </p:cNvCxnSpPr>
          <p:nvPr/>
        </p:nvCxnSpPr>
        <p:spPr>
          <a:xfrm>
            <a:off x="1521070" y="1210815"/>
            <a:ext cx="1" cy="283722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3A7E3BB-FF05-9CAE-D32C-3A5A9B69A9FA}"/>
              </a:ext>
            </a:extLst>
          </p:cNvPr>
          <p:cNvSpPr txBox="1"/>
          <p:nvPr/>
        </p:nvSpPr>
        <p:spPr>
          <a:xfrm>
            <a:off x="245884" y="205523"/>
            <a:ext cx="2251432" cy="4985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  <a:sym typeface="Times New Roman"/>
              </a:rPr>
              <a:t>L</a:t>
            </a:r>
            <a:r>
              <a:rPr lang="en-US" baseline="-25000" dirty="0">
                <a:solidFill>
                  <a:schemeClr val="tx1"/>
                </a:solidFill>
                <a:latin typeface="Times New Roman"/>
                <a:cs typeface="Times New Roman"/>
                <a:sym typeface="Times New Roman"/>
              </a:rPr>
              <a:t>1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  <a:sym typeface="Times New Roman"/>
              </a:rPr>
              <a:t> Lyapunov Orbit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90000"/>
              </a:lnSpc>
            </a:pP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CR3BP</a:t>
            </a:r>
            <a:r>
              <a:rPr lang="ko-KR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  <a:sym typeface="Times New Roman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12723022"/>
      </p:ext>
    </p:extLst>
  </p:cSld>
  <p:clrMapOvr>
    <a:masterClrMapping/>
  </p:clrMapOvr>
  <p:transition advClick="0" advTm="20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69914-4A00-3F02-A8A1-2F3378CB5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65">
            <a:extLst>
              <a:ext uri="{FF2B5EF4-FFF2-40B4-BE49-F238E27FC236}">
                <a16:creationId xmlns:a16="http://schemas.microsoft.com/office/drawing/2014/main" id="{0E75301D-56C1-2F33-851F-6D5058185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25" y="336250"/>
            <a:ext cx="1622750" cy="24069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DD5434-0538-078A-E6A3-1AC54879DDC8}"/>
              </a:ext>
            </a:extLst>
          </p:cNvPr>
          <p:cNvSpPr txBox="1"/>
          <p:nvPr/>
        </p:nvSpPr>
        <p:spPr>
          <a:xfrm>
            <a:off x="245884" y="185675"/>
            <a:ext cx="2251432" cy="2492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latin typeface="Times New Roman"/>
                <a:cs typeface="Times New Roman"/>
                <a:sym typeface="Times New Roman"/>
              </a:rPr>
              <a:t>Analogs</a:t>
            </a:r>
            <a:endParaRPr lang="en-US" dirty="0">
              <a:solidFill>
                <a:schemeClr val="tx1"/>
              </a:solidFill>
              <a:latin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39040648"/>
      </p:ext>
    </p:extLst>
  </p:cSld>
  <p:clrMapOvr>
    <a:masterClrMapping/>
  </p:clrMapOvr>
  <p:transition advClick="0" advTm="20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E6671-122F-CC05-0ED2-E9DC23960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67">
            <a:extLst>
              <a:ext uri="{FF2B5EF4-FFF2-40B4-BE49-F238E27FC236}">
                <a16:creationId xmlns:a16="http://schemas.microsoft.com/office/drawing/2014/main" id="{77210494-0AB5-7ED4-D5E9-6D3DDBABE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27" y="404964"/>
            <a:ext cx="1702746" cy="21100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3959B6-1680-8D79-846B-5226A671FC0F}"/>
              </a:ext>
            </a:extLst>
          </p:cNvPr>
          <p:cNvSpPr txBox="1"/>
          <p:nvPr/>
        </p:nvSpPr>
        <p:spPr>
          <a:xfrm>
            <a:off x="245884" y="185675"/>
            <a:ext cx="2251432" cy="2492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latin typeface="Times New Roman"/>
                <a:cs typeface="Times New Roman"/>
                <a:sym typeface="Times New Roman"/>
              </a:rPr>
              <a:t>Spectra</a:t>
            </a:r>
            <a:endParaRPr lang="en-US" dirty="0">
              <a:solidFill>
                <a:schemeClr val="tx1"/>
              </a:solidFill>
              <a:latin typeface="Times New Roman"/>
              <a:cs typeface="Times New Roman"/>
              <a:sym typeface="Times New Roman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73CD30C-B0F7-8399-2E80-4D719FE07556}"/>
              </a:ext>
            </a:extLst>
          </p:cNvPr>
          <p:cNvCxnSpPr>
            <a:cxnSpLocks/>
          </p:cNvCxnSpPr>
          <p:nvPr/>
        </p:nvCxnSpPr>
        <p:spPr>
          <a:xfrm flipV="1">
            <a:off x="299071" y="2088885"/>
            <a:ext cx="0" cy="4261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BBBA8A8-5F81-D325-08FB-7C4B5E71E59F}"/>
              </a:ext>
            </a:extLst>
          </p:cNvPr>
          <p:cNvCxnSpPr>
            <a:cxnSpLocks/>
          </p:cNvCxnSpPr>
          <p:nvPr/>
        </p:nvCxnSpPr>
        <p:spPr>
          <a:xfrm>
            <a:off x="299071" y="2521499"/>
            <a:ext cx="43840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DE57E7D-F3A3-61C4-450D-71D518DAC336}"/>
              </a:ext>
            </a:extLst>
          </p:cNvPr>
          <p:cNvSpPr txBox="1"/>
          <p:nvPr/>
        </p:nvSpPr>
        <p:spPr>
          <a:xfrm>
            <a:off x="808843" y="2449803"/>
            <a:ext cx="37350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ED3BB4-28CF-AD0A-45D1-4053946DE148}"/>
              </a:ext>
            </a:extLst>
          </p:cNvPr>
          <p:cNvSpPr txBox="1"/>
          <p:nvPr/>
        </p:nvSpPr>
        <p:spPr>
          <a:xfrm>
            <a:off x="110038" y="1823532"/>
            <a:ext cx="41838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Amp.</a:t>
            </a:r>
          </a:p>
        </p:txBody>
      </p:sp>
    </p:spTree>
    <p:extLst>
      <p:ext uri="{BB962C8B-B14F-4D97-AF65-F5344CB8AC3E}">
        <p14:creationId xmlns:p14="http://schemas.microsoft.com/office/powerpoint/2010/main" val="2817139971"/>
      </p:ext>
    </p:extLst>
  </p:cSld>
  <p:clrMapOvr>
    <a:masterClrMapping/>
  </p:clrMapOvr>
  <p:transition advClick="0" advTm="2000">
    <p:fade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365</TotalTime>
  <Words>10</Words>
  <Application>Microsoft Macintosh PowerPoint</Application>
  <PresentationFormat>Custom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Park, Beom</dc:creator>
  <cp:lastModifiedBy>Park, Beom</cp:lastModifiedBy>
  <cp:revision>7</cp:revision>
  <dcterms:created xsi:type="dcterms:W3CDTF">2025-03-18T00:55:12Z</dcterms:created>
  <dcterms:modified xsi:type="dcterms:W3CDTF">2025-03-19T02:47:12Z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7606f69-b0ae-4874-be30-7d43a3c7be10_Enabled">
    <vt:lpwstr>true</vt:lpwstr>
  </property>
  <property fmtid="{D5CDD505-2E9C-101B-9397-08002B2CF9AE}" pid="3" name="MSIP_Label_f7606f69-b0ae-4874-be30-7d43a3c7be10_SetDate">
    <vt:lpwstr>2025-03-18T02:29:48Z</vt:lpwstr>
  </property>
  <property fmtid="{D5CDD505-2E9C-101B-9397-08002B2CF9AE}" pid="4" name="MSIP_Label_f7606f69-b0ae-4874-be30-7d43a3c7be10_Method">
    <vt:lpwstr>Standard</vt:lpwstr>
  </property>
  <property fmtid="{D5CDD505-2E9C-101B-9397-08002B2CF9AE}" pid="5" name="MSIP_Label_f7606f69-b0ae-4874-be30-7d43a3c7be10_Name">
    <vt:lpwstr>defa4170-0d19-0005-0001-bc88714345d2</vt:lpwstr>
  </property>
  <property fmtid="{D5CDD505-2E9C-101B-9397-08002B2CF9AE}" pid="6" name="MSIP_Label_f7606f69-b0ae-4874-be30-7d43a3c7be10_SiteId">
    <vt:lpwstr>4130bd39-7c53-419c-b1e5-8758d6d63f21</vt:lpwstr>
  </property>
  <property fmtid="{D5CDD505-2E9C-101B-9397-08002B2CF9AE}" pid="7" name="MSIP_Label_f7606f69-b0ae-4874-be30-7d43a3c7be10_ActionId">
    <vt:lpwstr>1e1fc855-07ef-407f-a14f-04debca3b1f3</vt:lpwstr>
  </property>
  <property fmtid="{D5CDD505-2E9C-101B-9397-08002B2CF9AE}" pid="8" name="MSIP_Label_f7606f69-b0ae-4874-be30-7d43a3c7be10_ContentBits">
    <vt:lpwstr>0</vt:lpwstr>
  </property>
  <property fmtid="{D5CDD505-2E9C-101B-9397-08002B2CF9AE}" pid="9" name="MSIP_Label_f7606f69-b0ae-4874-be30-7d43a3c7be10_Tag">
    <vt:lpwstr>50, 3, 0, 1</vt:lpwstr>
  </property>
</Properties>
</file>